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Supermarket Billing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Project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automates the billing process in a supermarket using Python.</a:t>
            </a:r>
          </a:p>
          <a:p>
            <a:r>
              <a:t>It takes item details, calculates totals, applies discounts, and prints a bill.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 billing operations</a:t>
            </a:r>
          </a:p>
          <a:p>
            <a:r>
              <a:t>• Reduce manual errors</a:t>
            </a:r>
          </a:p>
          <a:p>
            <a:r>
              <a:t>• Provide beginners with practical Python experience</a:t>
            </a:r>
          </a:p>
          <a:p>
            <a:r>
              <a:t>• Demonstrate real-life programming logic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billing leads to mistakes and slow service.</a:t>
            </a:r>
          </a:p>
          <a:p>
            <a:r>
              <a:t>This Python program generates an accurate and fast billing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Multiple item entries</a:t>
            </a:r>
          </a:p>
          <a:p>
            <a:r>
              <a:t>• Auto price calculation</a:t>
            </a:r>
          </a:p>
          <a:p>
            <a:r>
              <a:t>• Discount application</a:t>
            </a:r>
          </a:p>
          <a:p>
            <a:r>
              <a:t>• Clear itemized bill</a:t>
            </a:r>
          </a:p>
          <a:p>
            <a:r>
              <a:t>• User‑friendly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 Programming</a:t>
            </a:r>
          </a:p>
          <a:p>
            <a:r>
              <a:t>• Lists</a:t>
            </a:r>
          </a:p>
          <a:p>
            <a:r>
              <a:t>• Loops</a:t>
            </a:r>
          </a:p>
          <a:p>
            <a:r>
              <a:t>• Conditions</a:t>
            </a:r>
          </a:p>
          <a:p>
            <a:r>
              <a:t>• String Formatting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Hardware:</a:t>
            </a:r>
          </a:p>
          <a:p>
            <a:r>
              <a:t>• Any basic computer</a:t>
            </a:r>
          </a:p>
          <a:p/>
          <a:p>
            <a:r>
              <a:t>Software:</a:t>
            </a:r>
          </a:p>
          <a:p>
            <a:r>
              <a:t>• Python 3</a:t>
            </a:r>
          </a:p>
          <a:p>
            <a:r>
              <a:t>• VS Code or IDLE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/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inputs item details</a:t>
            </a:r>
          </a:p>
          <a:p>
            <a:r>
              <a:t>2. Program calculates total</a:t>
            </a:r>
          </a:p>
          <a:p>
            <a:r>
              <a:t>3. Subtotal computed</a:t>
            </a:r>
          </a:p>
          <a:p>
            <a:r>
              <a:t>4. Discount applied</a:t>
            </a:r>
          </a:p>
          <a:p>
            <a:r>
              <a:t>5. Bill displayed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Discount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Above ₹5000 → 20%</a:t>
            </a:r>
          </a:p>
          <a:p>
            <a:r>
              <a:t>• Above ₹2000 → 10%</a:t>
            </a:r>
          </a:p>
          <a:p>
            <a:r>
              <a:t>• Above ₹1000 → 5%</a:t>
            </a:r>
          </a:p>
          <a:p>
            <a:r>
              <a:t>• Below ₹1000 → No discount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Logic –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append(): stores data</a:t>
            </a:r>
          </a:p>
          <a:p>
            <a:r>
              <a:t>• sum(): adds totals</a:t>
            </a:r>
          </a:p>
          <a:p>
            <a:r>
              <a:t>• if-elif: discount logic</a:t>
            </a:r>
          </a:p>
          <a:p>
            <a:r>
              <a:t>• format(): bill alignment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Logic –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while loop: enter multiple items</a:t>
            </a:r>
          </a:p>
          <a:p>
            <a:r>
              <a:t>• lists: store data</a:t>
            </a:r>
          </a:p>
          <a:p>
            <a:r>
              <a:t>• f-string: print totals</a:t>
            </a:r>
          </a:p>
          <a:p>
            <a:r>
              <a:t>• calculations: qty * price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 (Bill)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Item   Qty   Price   Total</a:t>
            </a:r>
          </a:p>
          <a:p>
            <a:r>
              <a:t>------------------------------</a:t>
            </a:r>
          </a:p>
          <a:p>
            <a:r>
              <a:t>Apple  3   50   150</a:t>
            </a:r>
          </a:p>
          <a:p>
            <a:r>
              <a:t>Milk  2   45   90</a:t>
            </a:r>
          </a:p>
          <a:p>
            <a:r>
              <a:t>------------------------------</a:t>
            </a:r>
          </a:p>
          <a:p>
            <a:r>
              <a:t>Subtotal: 240</a:t>
            </a:r>
          </a:p>
          <a:p>
            <a:r>
              <a:t>Discount: 0</a:t>
            </a:r>
          </a:p>
          <a:p>
            <a:r>
              <a:t>Final: 240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 billing</a:t>
            </a:r>
          </a:p>
          <a:p>
            <a:r>
              <a:t>• No errors</a:t>
            </a:r>
          </a:p>
          <a:p>
            <a:r>
              <a:t>• Good for beginners</a:t>
            </a:r>
          </a:p>
          <a:p>
            <a:r>
              <a:t>• Expandable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shows the practical use of Python in real-life applications.</a:t>
            </a:r>
          </a:p>
          <a:p>
            <a:r>
              <a:t>It can be expanded with GST, database, or GUI.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Presented By: (Your Name)</a:t>
            </a:r>
          </a:p>
          <a:p>
            <a:r>
              <a:t>End of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