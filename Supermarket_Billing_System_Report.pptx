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Supermarket Billing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is a simple supermarket billing system created using Python.</a:t>
            </a:r>
          </a:p>
          <a:p>
            <a:r>
              <a:t>It helps calculate total cost, discount, and prints an itemized bill.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Allow entering multiple items</a:t>
            </a:r>
          </a:p>
          <a:p>
            <a:r>
              <a:t>• Calculate totals and discounts</a:t>
            </a:r>
          </a:p>
          <a:p>
            <a:r>
              <a:t>• Display an itemized bill</a:t>
            </a:r>
          </a:p>
          <a:p>
            <a:r>
              <a:t>• Practice basic Python concepts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 Programming Language</a:t>
            </a:r>
          </a:p>
          <a:p>
            <a:r>
              <a:t>• Lists, Loops, Conditional Statements</a:t>
            </a:r>
          </a:p>
          <a:p>
            <a:r>
              <a:t>• User Input</a:t>
            </a:r>
          </a:p>
          <a:p>
            <a:r>
              <a:t>• String Formatting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enters item name, quantity, and price.</a:t>
            </a:r>
          </a:p>
          <a:p>
            <a:r>
              <a:t>2. Program calculates total for each item.</a:t>
            </a:r>
          </a:p>
          <a:p>
            <a:r>
              <a:t>3. Subtotal is computed.</a:t>
            </a:r>
          </a:p>
          <a:p>
            <a:r>
              <a:t>4. Discount applied based on subtotal.</a:t>
            </a:r>
          </a:p>
          <a:p>
            <a:r>
              <a:t>5. Final bill printed in tabular format.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Discount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Above ₹5000 → 20% discount</a:t>
            </a:r>
          </a:p>
          <a:p>
            <a:r>
              <a:t>• Above ₹2000 → 10% discount</a:t>
            </a:r>
          </a:p>
          <a:p>
            <a:r>
              <a:t>• Above ₹1000 → 5% discount</a:t>
            </a:r>
          </a:p>
          <a:p>
            <a:r>
              <a:t>• Below ₹1000 → No discount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example bill is generated showing:</a:t>
            </a:r>
          </a:p>
          <a:p>
            <a:r>
              <a:t>• Item Name</a:t>
            </a:r>
          </a:p>
          <a:p>
            <a:r>
              <a:t>• Quantity</a:t>
            </a:r>
          </a:p>
          <a:p>
            <a:r>
              <a:t>• Price</a:t>
            </a:r>
          </a:p>
          <a:p>
            <a:r>
              <a:t>• Total Price</a:t>
            </a:r>
          </a:p>
          <a:p>
            <a:r>
              <a:t>• Subtotal, Discount &amp; Final Total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basic Python skills.</a:t>
            </a:r>
          </a:p>
          <a:p>
            <a:r>
              <a:t>It simulates a real-life billing system.</a:t>
            </a:r>
          </a:p>
          <a:p>
            <a:r>
              <a:t>It helps beginners understand lists, loops, and conditions.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